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60" r:id="rId3"/>
    <p:sldId id="381" r:id="rId4"/>
    <p:sldId id="30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43"/>
  </p:normalViewPr>
  <p:slideViewPr>
    <p:cSldViewPr snapToGrid="0">
      <p:cViewPr varScale="1">
        <p:scale>
          <a:sx n="115" d="100"/>
          <a:sy n="115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D1C16-1EE8-E747-9EDE-3394AE1CEAA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8C071-EFE9-A747-ACE5-6A91E5554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59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6D456-9ADD-C814-EE26-D1F993ABF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074D8-4819-BAEF-526C-217236CA5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51F9C-2EF5-4835-ABAE-C27657DD9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29B71-D6BA-5CB7-C82C-54E12602AF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9F407-001A-4579-84D5-FF93DBAE73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12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9F407-001A-4579-84D5-FF93DBAE73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31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E268-6E54-0C0B-02ED-1A6AE100D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75D63-CBCB-2EFD-E130-95DBE0A6A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DC851-0E71-AAA0-75E7-C8142806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6B7-2740-D243-B131-6DF1B3B81AF9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3A69E-BC1A-493C-6AC8-1EB0A1A65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5AE3A-9211-8CC1-7D30-83553A59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A8B5-1931-4E4D-A40E-ADC2A890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5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BDE6C-46D4-8903-2CFC-3FD6729AE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FF38A-55D9-3AED-2614-CEF891619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CBA3A-5437-4AFA-6151-EE653D70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6B7-2740-D243-B131-6DF1B3B81AF9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E3532-6181-50AD-FF2F-56A3961DF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6D6CB-F2FF-0256-D95B-8B90A3968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A8B5-1931-4E4D-A40E-ADC2A890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44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F6361-3992-A9D6-30BB-622BA968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62287-4F8A-7A20-C621-4D9A100AB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BDFB3-58FE-FEDE-83A3-C8AC00A45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6B7-2740-D243-B131-6DF1B3B81AF9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579E6-4298-DC04-FA5B-573B5A1A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A6E95-2758-9E40-7151-471D983B9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A8B5-1931-4E4D-A40E-ADC2A890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6406-FF91-E95B-D9A8-A8355A96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10F49-DCD3-8A02-6E6E-C3F8A3570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E9686-D6AF-F1E6-5C2F-29BEB3197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EB7BD-B763-9211-D442-AE5E6CDA0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6B7-2740-D243-B131-6DF1B3B81AF9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4726A-7F58-EB49-80B9-32611489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8996C-E8DA-D6F2-77A0-8EC409D0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A8B5-1931-4E4D-A40E-ADC2A890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4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CF266-CEA2-D7D3-9750-F79482CB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13163-3474-2AF1-1693-72DC9C4E4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213EA-EDC2-BA5F-2E99-305BC2905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7795FA-C564-E61C-FC09-9CA6BB6B5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0FF724-6EEE-9F5E-E2AA-BEB5E8FD0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55079A-3BFE-2757-B86D-BED7BABE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6B7-2740-D243-B131-6DF1B3B81AF9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7E148-B83F-23F6-AC34-9881A157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87D586-CE98-298D-C5A7-55560420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A8B5-1931-4E4D-A40E-ADC2A890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0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7F54-ACEC-200A-FB68-C46F4BCE0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EB4CA1-F2AD-610F-B6C6-98478800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6B7-2740-D243-B131-6DF1B3B81AF9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F39A1-A5B0-405F-8F1F-C3F2DE502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E58C0-217F-1677-E5B2-09776BA2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A8B5-1931-4E4D-A40E-ADC2A890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2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45103-A801-DC48-BAF9-3E1B9DA7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6B7-2740-D243-B131-6DF1B3B81AF9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E9F3F-AF61-3544-93CF-5A4C63C88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0719E-C6E8-C6C2-29EE-4D2825E1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A8B5-1931-4E4D-A40E-ADC2A890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6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039C-609E-ACBA-D988-1FBB923D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BBDFB-1E8A-C7F5-0864-7452C221F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0C07A-FEC9-730A-DB15-C7F7D58AE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A96FA-BD4E-298A-5F1F-E29A1ED9B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6B7-2740-D243-B131-6DF1B3B81AF9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8955A-2104-9620-BEF0-79C8600BA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74AE0-58E6-616F-B8CC-0051333B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A8B5-1931-4E4D-A40E-ADC2A890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88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B853-ECE6-9615-BAEA-786CEA6A2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39F2BD-5E46-AB5A-0782-BF78D64915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98394-8B86-4F14-7439-63BB5B80C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FEE9B-28E6-2F8B-A001-8C71B13D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6B7-2740-D243-B131-6DF1B3B81AF9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3029C-1321-D487-3D43-20298FD0E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69DC2-6776-D26E-3FC7-D05072D8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A8B5-1931-4E4D-A40E-ADC2A890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2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0CBC-9245-94DD-4BBF-12324E622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9CF47-D9C1-92AE-3626-B85DF24DD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1A531-735E-5E86-B4DC-4FB162E12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6B7-2740-D243-B131-6DF1B3B81AF9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3FBD7-C377-9946-23A5-8C3783B8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C7A58-7DA2-DA0B-D48D-E6AD6F198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A8B5-1931-4E4D-A40E-ADC2A890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5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B1430-6708-8EAA-48C5-74DC0FB5B8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FCB30-26C5-6965-57BC-946D433B6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061F1-6610-7232-B027-3F4769F7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6B7-2740-D243-B131-6DF1B3B81AF9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A02F9-AFFB-9BE0-18D0-8C7C3B7B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07711-B977-C10B-398A-68D5FD81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A8B5-1931-4E4D-A40E-ADC2A890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16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977DFE-D651-98CD-F312-800B83BC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3BF76-F824-EDC5-EDF9-74861DFAF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2F51B-0F82-1DA0-8A0B-CC9190721D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766B7-2740-D243-B131-6DF1B3B81AF9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A9D6-3779-D022-948F-ECF877EAA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55ADB-7EF1-6B4D-3CAD-21E2E5EDD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8A8B5-1931-4E4D-A40E-ADC2A890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3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1DjSQLeaP9kCI_doGzCtFvbEXj0Lr1w5HO3_C6wi-hfI/viewfor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nadia.muhe@utoronto.c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5E2023-5C3E-D181-6B48-C7601646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2E6A1F-FDD3-11CB-6E16-7F99CC83A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66" r="7632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300E2-E766-F6E0-F587-D10EF3BE1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400" b="1" dirty="0">
                <a:latin typeface="Aptos SemiBold" panose="020B0004020202020204" pitchFamily="34" charset="0"/>
              </a:rPr>
              <a:t>Introduction to ggplot2</a:t>
            </a:r>
            <a:br>
              <a:rPr lang="en-US" sz="3400" b="1" dirty="0"/>
            </a:br>
            <a:r>
              <a:rPr lang="en-US" sz="3400" b="1" dirty="0"/>
              <a:t>  </a:t>
            </a:r>
            <a:br>
              <a:rPr lang="en-US" sz="3400" b="1" dirty="0"/>
            </a:br>
            <a:r>
              <a:rPr lang="en-US" sz="2400" b="1" dirty="0"/>
              <a:t>By Nadia Muhe</a:t>
            </a:r>
            <a:br>
              <a:rPr lang="en-US" sz="2400" b="1" dirty="0"/>
            </a:br>
            <a:r>
              <a:rPr lang="en-US" sz="2400" b="1" dirty="0"/>
              <a:t>Map &amp; Data Library</a:t>
            </a:r>
            <a:br>
              <a:rPr lang="en-US" sz="2400" b="1" dirty="0"/>
            </a:br>
            <a:r>
              <a:rPr lang="en-US" sz="2400" b="1" dirty="0"/>
              <a:t>University of Toronto</a:t>
            </a:r>
            <a:endParaRPr lang="en-US" sz="3400" dirty="0"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59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71C33-0167-8D5E-F437-AFDDD2968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D5634-2088-3A68-58E3-B44FB20B6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560" y="1999615"/>
            <a:ext cx="11106615" cy="2764028"/>
          </a:xfrm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datatools.utoronto.ca</a:t>
            </a:r>
            <a:b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</a:b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</a:t>
            </a:r>
            <a:b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</a:b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github.com/MDLutoronto/r-ggplot2/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7227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E7C12-EB54-3329-033A-032CF0854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26A9E-0F05-71E1-36C4-D0C1B2C2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latin typeface="Avenir Book" panose="02000503020000020003" pitchFamily="2" charset="0"/>
              </a:rPr>
              <a:t>Thank you!</a:t>
            </a:r>
            <a:endParaRPr lang="en-US" sz="5400" dirty="0">
              <a:latin typeface="Aptos" panose="020B0004020202020204" pitchFamily="34" charset="0"/>
            </a:endParaRP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49718-1917-ACBD-89FA-A3BB329C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SzPct val="50000"/>
              <a:buNone/>
            </a:pPr>
            <a:r>
              <a:rPr lang="en-US" sz="2200" dirty="0">
                <a:latin typeface="Avenir Book" panose="02000503020000020003" pitchFamily="2" charset="0"/>
              </a:rPr>
              <a:t>Please scan the QR code or click </a:t>
            </a:r>
            <a:r>
              <a:rPr lang="en-US" sz="2200" dirty="0">
                <a:latin typeface="Avenir Book" panose="02000503020000020003" pitchFamily="2" charset="0"/>
                <a:hlinkClick r:id="rId3"/>
              </a:rPr>
              <a:t>here</a:t>
            </a:r>
            <a:r>
              <a:rPr lang="en-US" sz="2200" dirty="0">
                <a:latin typeface="Avenir Book" panose="02000503020000020003" pitchFamily="2" charset="0"/>
              </a:rPr>
              <a:t> to provide feedback.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B37D5-ADC0-0C74-D981-20B015EF0E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" b="30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0024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Book" panose="02000503020000020003" pitchFamily="2" charset="0"/>
              </a:rPr>
              <a:t>Contact Information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Nadia Muhe</a:t>
            </a:r>
          </a:p>
          <a:p>
            <a:pPr marL="0" indent="0">
              <a:buNone/>
            </a:pPr>
            <a:r>
              <a:rPr lang="en-US" sz="3000" dirty="0"/>
              <a:t>Statistical Support Specialist</a:t>
            </a:r>
          </a:p>
          <a:p>
            <a:pPr marL="0" indent="0">
              <a:buNone/>
            </a:pPr>
            <a:r>
              <a:rPr lang="en-US" sz="3000" dirty="0"/>
              <a:t>Email: </a:t>
            </a:r>
            <a:r>
              <a:rPr lang="en-US" sz="3000" dirty="0">
                <a:hlinkClick r:id="rId3"/>
              </a:rPr>
              <a:t>nadia.muhe@utoronto.ca</a:t>
            </a:r>
            <a:endParaRPr lang="en-US" sz="3000" dirty="0"/>
          </a:p>
          <a:p>
            <a:pPr marL="0" indent="0">
              <a:buNone/>
            </a:pPr>
            <a:r>
              <a:rPr lang="en-US" sz="3000" dirty="0"/>
              <a:t>Phone: 416-978-7689</a:t>
            </a:r>
          </a:p>
        </p:txBody>
      </p:sp>
    </p:spTree>
    <p:extLst>
      <p:ext uri="{BB962C8B-B14F-4D97-AF65-F5344CB8AC3E}">
        <p14:creationId xmlns:p14="http://schemas.microsoft.com/office/powerpoint/2010/main" val="1283399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70</Words>
  <Application>Microsoft Macintosh PowerPoint</Application>
  <PresentationFormat>Widescreen</PresentationFormat>
  <Paragraphs>11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SemiBold</vt:lpstr>
      <vt:lpstr>Arial</vt:lpstr>
      <vt:lpstr>Avenir Book</vt:lpstr>
      <vt:lpstr>Calibri</vt:lpstr>
      <vt:lpstr>Calibri Light</vt:lpstr>
      <vt:lpstr>Office Theme</vt:lpstr>
      <vt:lpstr>Introduction to ggplot2    By Nadia Muhe Map &amp; Data Library University of Toronto</vt:lpstr>
      <vt:lpstr>datatools.utoronto.ca   github.com/MDLutoronto/r-ggplot2/</vt:lpstr>
      <vt:lpstr>Thank you!</vt:lpstr>
      <vt:lpstr>Contact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jupyter.utoronto.ca  mdl.library.utoronto.ca/technology/tutorials/ggplot2</dc:title>
  <dc:creator>Microsoft Office User</dc:creator>
  <cp:lastModifiedBy>Nadia Muhe</cp:lastModifiedBy>
  <cp:revision>15</cp:revision>
  <dcterms:created xsi:type="dcterms:W3CDTF">2023-07-13T15:36:03Z</dcterms:created>
  <dcterms:modified xsi:type="dcterms:W3CDTF">2026-10-21T12:42:25Z</dcterms:modified>
</cp:coreProperties>
</file>